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9b57f7b8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9b57f7b8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9b57f7b8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9b57f7b8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bd0c1b1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4bd0c1b1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4a02a087f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4a02a087f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4a02a087f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4a02a087f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4a02a087f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4a02a087f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4a02a087f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4a02a087f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b92e7d0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b92e7d0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CN" sz="4080"/>
              <a:t>3D LiDar SLAM </a:t>
            </a:r>
            <a:endParaRPr sz="408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CN" sz="4080"/>
              <a:t>with Implicit Mapping</a:t>
            </a:r>
            <a:endParaRPr sz="40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Master Thesis Application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Ziyin Wang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About Me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</a:pPr>
            <a:r>
              <a:rPr lang="zh-CN">
                <a:solidFill>
                  <a:schemeClr val="dk1"/>
                </a:solidFill>
              </a:rPr>
              <a:t>Master Informatik Student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</a:pPr>
            <a:r>
              <a:rPr lang="zh-CN">
                <a:solidFill>
                  <a:schemeClr val="dk1"/>
                </a:solidFill>
              </a:rPr>
              <a:t>Taken lectures on Computer Vision, Artificial Intelligence, Data Science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</a:pPr>
            <a:r>
              <a:rPr lang="zh-CN">
                <a:solidFill>
                  <a:schemeClr val="dk1"/>
                </a:solidFill>
              </a:rPr>
              <a:t>Practical Experience in Python, Java, JavaScript, C++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Old Standard TT"/>
              <a:buChar char="●"/>
            </a:pPr>
            <a:r>
              <a:rPr lang="zh-CN">
                <a:solidFill>
                  <a:schemeClr val="dk1"/>
                </a:solidFill>
              </a:rPr>
              <a:t>What I have learned about SLAM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Basic Direct RGB-D SLAM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CN">
                <a:solidFill>
                  <a:schemeClr val="dk1"/>
                </a:solidFill>
              </a:rPr>
              <a:t>Image Preprocessing</a:t>
            </a:r>
            <a:endParaRPr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zh-CN" sz="1300" u="sng">
                <a:solidFill>
                  <a:schemeClr val="dk1"/>
                </a:solidFill>
              </a:rPr>
              <a:t>Decreasing the size of RGB images and depth images</a:t>
            </a:r>
            <a:r>
              <a:rPr lang="zh-CN" sz="1300">
                <a:solidFill>
                  <a:schemeClr val="dk1"/>
                </a:solidFill>
              </a:rPr>
              <a:t> through grayscale and downscale.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CN">
                <a:solidFill>
                  <a:schemeClr val="dk1"/>
                </a:solidFill>
              </a:rPr>
              <a:t>Camera pose</a:t>
            </a:r>
            <a:r>
              <a:rPr lang="zh-CN">
                <a:solidFill>
                  <a:schemeClr val="dk1"/>
                </a:solidFill>
              </a:rPr>
              <a:t> optimization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CN">
                <a:solidFill>
                  <a:schemeClr val="dk1"/>
                </a:solidFill>
              </a:rPr>
              <a:t>Pose estimation is through </a:t>
            </a:r>
            <a:r>
              <a:rPr lang="zh-CN" u="sng">
                <a:solidFill>
                  <a:schemeClr val="dk1"/>
                </a:solidFill>
              </a:rPr>
              <a:t>aligning</a:t>
            </a:r>
            <a:r>
              <a:rPr lang="zh-CN">
                <a:solidFill>
                  <a:schemeClr val="dk1"/>
                </a:solidFill>
              </a:rPr>
              <a:t> two frames based on </a:t>
            </a:r>
            <a:r>
              <a:rPr lang="zh-CN" u="sng">
                <a:solidFill>
                  <a:schemeClr val="dk1"/>
                </a:solidFill>
              </a:rPr>
              <a:t>Brightness Constancy Assumption</a:t>
            </a:r>
            <a:r>
              <a:rPr lang="zh-C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CN">
                <a:solidFill>
                  <a:schemeClr val="dk1"/>
                </a:solidFill>
              </a:rPr>
              <a:t>Finding the best camera pose between current frame and corresponding keyframe by using Gauss-Newton method.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CN">
                <a:solidFill>
                  <a:schemeClr val="dk1"/>
                </a:solidFill>
              </a:rPr>
              <a:t>Keyframe selection.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zh-CN">
                <a:solidFill>
                  <a:schemeClr val="dk1"/>
                </a:solidFill>
              </a:rPr>
              <a:t>Threshold on the translation distance and rotational distance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CN">
                <a:solidFill>
                  <a:schemeClr val="dk1"/>
                </a:solidFill>
              </a:rPr>
              <a:t>Pose graph optimization with loop closure detection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Practical Experience: Cource Project based on DVO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CN">
                <a:solidFill>
                  <a:schemeClr val="dk1"/>
                </a:solidFill>
              </a:rPr>
              <a:t>Image Preprocessing</a:t>
            </a:r>
            <a:endParaRPr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zh-CN" sz="1300" u="sng">
                <a:solidFill>
                  <a:schemeClr val="dk1"/>
                </a:solidFill>
              </a:rPr>
              <a:t>Decreasing the size of RGB images and depth images</a:t>
            </a:r>
            <a:r>
              <a:rPr lang="zh-CN" sz="1300">
                <a:solidFill>
                  <a:schemeClr val="dk1"/>
                </a:solidFill>
              </a:rPr>
              <a:t> through grayscale and downscale.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CN">
                <a:solidFill>
                  <a:schemeClr val="dk1"/>
                </a:solidFill>
              </a:rPr>
              <a:t>Camera pose optimization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CN">
                <a:solidFill>
                  <a:schemeClr val="dk1"/>
                </a:solidFill>
              </a:rPr>
              <a:t>Pose estimation is through </a:t>
            </a:r>
            <a:r>
              <a:rPr lang="zh-CN" u="sng">
                <a:solidFill>
                  <a:schemeClr val="dk1"/>
                </a:solidFill>
              </a:rPr>
              <a:t>aligning</a:t>
            </a:r>
            <a:r>
              <a:rPr lang="zh-CN">
                <a:solidFill>
                  <a:schemeClr val="dk1"/>
                </a:solidFill>
              </a:rPr>
              <a:t> two frames based on </a:t>
            </a:r>
            <a:r>
              <a:rPr lang="zh-CN" u="sng">
                <a:solidFill>
                  <a:schemeClr val="dk1"/>
                </a:solidFill>
              </a:rPr>
              <a:t>Brightness Constancy Assumption</a:t>
            </a:r>
            <a:r>
              <a:rPr lang="zh-C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CN">
                <a:solidFill>
                  <a:schemeClr val="dk1"/>
                </a:solidFill>
              </a:rPr>
              <a:t>Finding the best camera pose between current frame and corresponding keyframe by using Gauss-Newton method.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CN">
                <a:solidFill>
                  <a:schemeClr val="dk1"/>
                </a:solidFill>
              </a:rPr>
              <a:t>Keyframe selection.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zh-CN">
                <a:solidFill>
                  <a:schemeClr val="dk1"/>
                </a:solidFill>
              </a:rPr>
              <a:t>Threshold on the translation distance and rotational distance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CN">
                <a:solidFill>
                  <a:schemeClr val="dk1"/>
                </a:solidFill>
              </a:rPr>
              <a:t>Pose graph optimization with loop closure detection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CN">
                <a:solidFill>
                  <a:schemeClr val="dk1"/>
                </a:solidFill>
              </a:rPr>
              <a:t>The course project is a visual SLAM task.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CN">
                <a:solidFill>
                  <a:schemeClr val="dk1"/>
                </a:solidFill>
              </a:rPr>
              <a:t>visual </a:t>
            </a:r>
            <a:r>
              <a:rPr lang="zh-CN" u="sng">
                <a:solidFill>
                  <a:schemeClr val="dk1"/>
                </a:solidFill>
              </a:rPr>
              <a:t>simultaneous</a:t>
            </a:r>
            <a:r>
              <a:rPr lang="zh-CN">
                <a:solidFill>
                  <a:schemeClr val="dk1"/>
                </a:solidFill>
              </a:rPr>
              <a:t> localization and mapping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CN">
                <a:solidFill>
                  <a:schemeClr val="dk1"/>
                </a:solidFill>
              </a:rPr>
              <a:t>It contains knowledges of computer vision: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CN">
                <a:solidFill>
                  <a:schemeClr val="dk1"/>
                </a:solidFill>
              </a:rPr>
              <a:t>feature matching, camera geometry(intrinsic and extrinsic matrices)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CN">
                <a:solidFill>
                  <a:schemeClr val="dk1"/>
                </a:solidFill>
              </a:rPr>
              <a:t>And also 3D reconstruction is related to SLAM, which I have learned in computer vision class as well.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CN">
                <a:solidFill>
                  <a:schemeClr val="dk1"/>
                </a:solidFill>
              </a:rPr>
              <a:t>And nowadays the loop closure detection through machine learning methods.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CN">
                <a:solidFill>
                  <a:schemeClr val="dk1"/>
                </a:solidFill>
              </a:rPr>
              <a:t>Bag-of-Words methods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Preparison for this thesis application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CN">
                <a:solidFill>
                  <a:schemeClr val="dk1"/>
                </a:solidFill>
              </a:rPr>
              <a:t> Reading reference paper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CN">
                <a:solidFill>
                  <a:schemeClr val="dk1"/>
                </a:solidFill>
              </a:rPr>
              <a:t>Trying to run code of the paper in local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CN">
                <a:solidFill>
                  <a:schemeClr val="dk1"/>
                </a:solidFill>
              </a:rPr>
              <a:t>questions of this thesis description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CN">
                <a:solidFill>
                  <a:schemeClr val="dk1"/>
                </a:solidFill>
              </a:rPr>
              <a:t>A </a:t>
            </a:r>
            <a:r>
              <a:rPr lang="zh-CN">
                <a:solidFill>
                  <a:schemeClr val="dk1"/>
                </a:solidFill>
              </a:rPr>
              <a:t>pipeline will be developed, what will be used as evaluation, subjective or objective matrices.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CN">
                <a:solidFill>
                  <a:schemeClr val="dk1"/>
                </a:solidFill>
              </a:rPr>
              <a:t>How about the dataset: collect data from a simulated environment, or use the open source dataset?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CN">
                <a:solidFill>
                  <a:schemeClr val="dk1"/>
                </a:solidFill>
              </a:rPr>
              <a:t>What will be the objective of the pipeline?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CN">
                <a:solidFill>
                  <a:schemeClr val="dk1"/>
                </a:solidFill>
              </a:rPr>
              <a:t>general questions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CN">
                <a:solidFill>
                  <a:schemeClr val="dk1"/>
                </a:solidFill>
              </a:rPr>
              <a:t>Download example of replica dataset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CN">
                <a:solidFill>
                  <a:schemeClr val="dk1"/>
                </a:solidFill>
              </a:rPr>
              <a:t>sh ./scripts/download_replica.sh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CN">
                <a:solidFill>
                  <a:schemeClr val="dk1"/>
                </a:solidFill>
              </a:rPr>
              <a:t>Run PIN-SLAM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CN">
                <a:solidFill>
                  <a:schemeClr val="dk1"/>
                </a:solidFill>
              </a:rPr>
              <a:t>python3 pin_slam.py ./config/rgbd_slam/run_replica.yaml replica room0 -vsm</a:t>
            </a:r>
            <a:r>
              <a:rPr lang="zh-CN">
                <a:solidFill>
                  <a:srgbClr val="FF0000"/>
                </a:solidFill>
              </a:rPr>
              <a:t>c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Thank you for watching and listening.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Basic Concepts in the Thesis Topic 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3D LIDAR SLAM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NeRFs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Implicit Neural Representation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Gaussian Splatting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What I have learned in lectures that related to above concepts: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Implicit Representation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CN"/>
              <a:t>Signed Distance Function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